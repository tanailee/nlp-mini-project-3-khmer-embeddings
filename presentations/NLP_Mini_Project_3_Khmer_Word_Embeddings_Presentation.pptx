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Khmer Word Embeddings and Neural Language Modeling using Temples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9A227"/>
                </a:solidFill>
              </a:defRPr>
            </a:pPr>
            <a:r>
              <a:t>NLP Mini Project 3 - Word Embeddings</a:t>
            </a:r>
          </a:p>
          <a:p>
            <a:pPr>
              <a:defRPr sz="2000">
                <a:solidFill>
                  <a:srgbClr val="C9A227"/>
                </a:solidFill>
              </a:defRPr>
            </a:pPr>
            <a:r>
              <a:t>Master of Data Science | Institute of Technology of Cambodia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Project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Build Khmer word embeddings.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Visualize embeddings using PCA.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Build neural language models.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Compare n-gram, fixed embedding LM, and scratch 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Mini Project 3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Embedding dimension = 50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Context window = +/-4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Negative sampling = 2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MIN_FREQ = 10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Neural LM: n=5, h=512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Scratch embedding comparison included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Dataset: temples.txt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Topic: Khmer temple Wikipedia text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Total useful tokens: 9,075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Vocabulary size: 175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Small domain-specific Khmer corpus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NLP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Khmer Text -&gt; Cleaning -&gt; Tokenization -&gt; EDA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Skip-gram -&gt; PCA Visualization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Neural LM -&gt; Model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Khmer tokenization is essential.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Punctuation, numbers, spaces, and noisy tokens removed.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MIN_FREQ = 10 applied.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Rare words mapped to &lt;UNK&gt;.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EDA Result</a:t>
            </a:r>
          </a:p>
        </p:txBody>
      </p:sp>
      <p:pic>
        <p:nvPicPr>
          <p:cNvPr id="3" name="Picture 2" descr="top_frequent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60120"/>
            <a:ext cx="5394960" cy="4846320"/>
          </a:xfrm>
          <a:prstGeom prst="rect">
            <a:avLst/>
          </a:prstGeom>
        </p:spPr>
      </p:pic>
      <p:pic>
        <p:nvPicPr>
          <p:cNvPr id="4" name="Picture 3" descr="word_frequenc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43000"/>
            <a:ext cx="5212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Skip-gram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Center word and context words from window +/-4.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Negative sampling k=2.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Embedding dimension = 50.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Binary classification: real vs negative pairs.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Word Embedding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Cosine similarity compares word vectors.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Nearest words show contextual association.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Small corpus means nearest words are not always synonyms.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PCA Visualization</a:t>
            </a:r>
          </a:p>
        </p:txBody>
      </p:sp>
      <p:pic>
        <p:nvPicPr>
          <p:cNvPr id="3" name="Picture 2" descr="pca_skipgram_embed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5394960" cy="4800600"/>
          </a:xfrm>
          <a:prstGeom prst="rect">
            <a:avLst/>
          </a:prstGeom>
        </p:spPr>
      </p:pic>
      <p:pic>
        <p:nvPicPr>
          <p:cNvPr id="4" name="Picture 3" descr="pca_scratch_lm_embed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14400"/>
            <a:ext cx="539496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Advanced Embedding Clustering</a:t>
            </a:r>
          </a:p>
        </p:txBody>
      </p:sp>
      <p:pic>
        <p:nvPicPr>
          <p:cNvPr id="3" name="Picture 2" descr="kmeans_silhouett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5212080" cy="4023360"/>
          </a:xfrm>
          <a:prstGeom prst="rect">
            <a:avLst/>
          </a:prstGeom>
        </p:spPr>
      </p:pic>
      <p:pic>
        <p:nvPicPr>
          <p:cNvPr id="4" name="Picture 3" descr="kmeans_pca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960120"/>
            <a:ext cx="5212080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26070"/>
                </a:solidFill>
              </a:defRPr>
            </a:pPr>
            <a:r>
              <a:t>K-means groups words with similar embedding patterns.</a:t>
            </a:r>
          </a:p>
          <a:p>
            <a:pPr>
              <a:defRPr sz="1500">
                <a:solidFill>
                  <a:srgbClr val="526070"/>
                </a:solidFill>
              </a:defRPr>
            </a:pPr>
            <a:r>
              <a:t>Silhouette score helps choose K.</a:t>
            </a:r>
          </a:p>
          <a:p>
            <a:pPr>
              <a:defRPr sz="1500">
                <a:solidFill>
                  <a:srgbClr val="526070"/>
                </a:solidFill>
              </a:defRPr>
            </a:pPr>
            <a:r>
              <a:t>PCA is used only for 2D visualization.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Hierarchical Clustering</a:t>
            </a:r>
          </a:p>
        </p:txBody>
      </p:sp>
      <p:pic>
        <p:nvPicPr>
          <p:cNvPr id="3" name="Picture 2" descr="hierarchical_dendrogram_numb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0292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0" y="1051560"/>
          <a:ext cx="434340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</a:tblGrid>
              <a:tr h="344978">
                <a:tc>
                  <a:txBody>
                    <a:bodyPr/>
                    <a:lstStyle/>
                    <a:p>
                      <a:pPr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Khmer Word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Freq.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និង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223.0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ប្រាសាទ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199.0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ដែល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198.0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មាន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169.0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បាន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157.0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នៅ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157.0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នៃ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153.0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នេះ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134.0</a:t>
                      </a:r>
                    </a:p>
                  </a:txBody>
                  <a:tcPr/>
                </a:tc>
              </a:tr>
              <a:tr h="34497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ជា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122.0</a:t>
                      </a:r>
                    </a:p>
                  </a:txBody>
                  <a:tcPr/>
                </a:tc>
              </a:tr>
              <a:tr h="3449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W10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ថា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26070"/>
                          </a:solidFill>
                        </a:defRPr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5074920"/>
            <a:ext cx="4023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26070"/>
                </a:solidFill>
              </a:defRPr>
            </a:pPr>
            <a:r>
              <a:t>Numbered labels improve slide readability.</a:t>
            </a:r>
          </a:p>
          <a:p>
            <a:pPr>
              <a:defRPr sz="1400">
                <a:solidFill>
                  <a:srgbClr val="526070"/>
                </a:solidFill>
              </a:defRPr>
            </a:pPr>
            <a:r>
              <a:t>Full mapping is included in the report.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Neural Language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Previous 5 words -&gt; embeddings.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Concatenate embeddings.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Hidden layer size = 512.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Softmax predicts the next word.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Model Comparison</a:t>
            </a:r>
          </a:p>
        </p:txBody>
      </p:sp>
      <p:pic>
        <p:nvPicPr>
          <p:cNvPr id="3" name="Picture 2" descr="model_perplexit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05840"/>
            <a:ext cx="5669280" cy="438912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0" y="123444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4800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Test Perplexity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26070"/>
                          </a:solidFill>
                        </a:defRPr>
                      </a:pPr>
                      <a:r>
                        <a:t>N-gram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26070"/>
                          </a:solidFill>
                        </a:defRPr>
                      </a:pPr>
                      <a:r>
                        <a:t>158.84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26070"/>
                          </a:solidFill>
                        </a:defRPr>
                      </a:pPr>
                      <a:r>
                        <a:t>Neural LM fixed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26070"/>
                          </a:solidFill>
                        </a:defRPr>
                      </a:pPr>
                      <a:r>
                        <a:t>115.10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26070"/>
                          </a:solidFill>
                        </a:defRPr>
                      </a:pPr>
                      <a:r>
                        <a:t>Neural LM 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26070"/>
                          </a:solidFill>
                        </a:defRPr>
                      </a:pPr>
                      <a:r>
                        <a:t>229.07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29400" y="356616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Best model: Neural LM fixed skip-gram embeddings.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Perplexity around 115.10.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Lower perplexity is better.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Discussion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Fixed skip-gram embeddings helped prediction.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Scratch LM can overfit on small data.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Khmer tokenization remains challenging.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PCA is approximate and loses information.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Streamlit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Khmer Temple NLP Explorer app.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Default temples.txt and upload .txt for EDA.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Embedding explorer, PCA map, and model comparison.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Ready for GitHub and Streamlit Cloud.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B1F3A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486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26070"/>
                </a:solidFill>
              </a:defRPr>
            </a:pPr>
            <a:r>
              <a:t>Project satisfies Mini Project 3 requirements.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Khmer skip-gram embeddings were learned.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PCA and neural LM were implemented.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Fixed embedding LM achieved best perplexity.</a:t>
            </a:r>
          </a:p>
          <a:p>
            <a:pPr>
              <a:defRPr sz="2000">
                <a:solidFill>
                  <a:srgbClr val="526070"/>
                </a:solidFill>
              </a:defRPr>
            </a:pPr>
            <a:r>
              <a:t>Future work: larger corpus and stronger tokenizer.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